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8020" y="207010"/>
            <a:ext cx="4302125" cy="64001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322560" y="3244850"/>
            <a:ext cx="488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</a:rPr>
              <a:t>A</a:t>
            </a:r>
            <a:endParaRPr lang="en-US" altLang="zh-CN" b="1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570" y="207010"/>
            <a:ext cx="3223895" cy="64922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706360" y="3130550"/>
            <a:ext cx="924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rgbClr val="FF0000"/>
                </a:solidFill>
              </a:rPr>
              <a:t>圆形</a:t>
            </a:r>
            <a:endParaRPr lang="zh-CN" altLang="en-US" b="1">
              <a:solidFill>
                <a:srgbClr val="FF0000"/>
              </a:solidFill>
            </a:endParaRPr>
          </a:p>
          <a:p>
            <a:pPr algn="ctr"/>
            <a:r>
              <a:rPr lang="zh-CN" altLang="en-US" b="1">
                <a:solidFill>
                  <a:srgbClr val="FF0000"/>
                </a:solidFill>
              </a:rPr>
              <a:t>报告厅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32040" y="1624330"/>
            <a:ext cx="488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</a:rPr>
              <a:t>H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432040" y="4913630"/>
            <a:ext cx="488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</a:rPr>
              <a:t>G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2" name="上箭头 11"/>
          <p:cNvSpPr/>
          <p:nvPr/>
        </p:nvSpPr>
        <p:spPr>
          <a:xfrm>
            <a:off x="6502400" y="207010"/>
            <a:ext cx="416560" cy="77216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428740" y="1136650"/>
            <a:ext cx="5892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</a:rPr>
              <a:t>N</a:t>
            </a:r>
            <a:endParaRPr lang="en-US" altLang="zh-CN" b="1">
              <a:solidFill>
                <a:srgbClr val="FF0000"/>
              </a:solidFill>
            </a:endParaRPr>
          </a:p>
          <a:p>
            <a:pPr algn="ctr"/>
            <a:r>
              <a:rPr lang="zh-CN" altLang="en-US" b="1">
                <a:solidFill>
                  <a:srgbClr val="FF0000"/>
                </a:solidFill>
              </a:rPr>
              <a:t>北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427720" y="768350"/>
            <a:ext cx="488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</a:rPr>
              <a:t>J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093960" y="768350"/>
            <a:ext cx="488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</a:rPr>
              <a:t>L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149080" y="979170"/>
            <a:ext cx="488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</a:rPr>
              <a:t>K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149080" y="1766570"/>
            <a:ext cx="488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</a:rPr>
              <a:t>I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449560" y="1502410"/>
            <a:ext cx="488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</a:rPr>
              <a:t>M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449560" y="4913630"/>
            <a:ext cx="488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</a:rPr>
              <a:t>B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149080" y="4712970"/>
            <a:ext cx="488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</a:rPr>
              <a:t>F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093960" y="5721350"/>
            <a:ext cx="488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</a:rPr>
              <a:t>C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230360" y="5576570"/>
            <a:ext cx="488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</a:rPr>
              <a:t>D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427720" y="5718810"/>
            <a:ext cx="488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</a:rPr>
              <a:t>E</a:t>
            </a:r>
            <a:endParaRPr lang="en-US" altLang="zh-CN" b="1">
              <a:solidFill>
                <a:srgbClr val="FF0000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WPS 演示</Application>
  <PresentationFormat>宽屏</PresentationFormat>
  <Paragraphs>32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周治国</cp:lastModifiedBy>
  <cp:revision>157</cp:revision>
  <dcterms:created xsi:type="dcterms:W3CDTF">2019-06-19T02:08:00Z</dcterms:created>
  <dcterms:modified xsi:type="dcterms:W3CDTF">2026-04-03T08:53:44Z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B9F3B2A7489E4668820D67C56F0CA389_11</vt:lpwstr>
  </property>
</Properties>
</file>